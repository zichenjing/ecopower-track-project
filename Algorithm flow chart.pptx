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9144000" cx="5144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16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751" y="685800"/>
            <a:ext cx="19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751" y="685800"/>
            <a:ext cx="19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5367" y="1323689"/>
            <a:ext cx="47937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75362" y="5038444"/>
            <a:ext cx="47937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75362" y="3823733"/>
            <a:ext cx="47937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75362" y="791156"/>
            <a:ext cx="47937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75362" y="2048844"/>
            <a:ext cx="47937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75362" y="791156"/>
            <a:ext cx="47937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75362" y="2048844"/>
            <a:ext cx="225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718701" y="2048844"/>
            <a:ext cx="225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75362" y="791156"/>
            <a:ext cx="47937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75362" y="987733"/>
            <a:ext cx="15798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75362" y="2470400"/>
            <a:ext cx="15798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75814" y="800267"/>
            <a:ext cx="35826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572200" y="-222"/>
            <a:ext cx="25722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49370" y="2192311"/>
            <a:ext cx="22758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49370" y="4983244"/>
            <a:ext cx="22758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778955" y="1287244"/>
            <a:ext cx="21588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75362" y="7521022"/>
            <a:ext cx="33750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75362" y="1966444"/>
            <a:ext cx="47937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75362" y="5603956"/>
            <a:ext cx="47937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5362" y="791156"/>
            <a:ext cx="4793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75362" y="2048844"/>
            <a:ext cx="47937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766591" y="8290163"/>
            <a:ext cx="30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005963" y="568122"/>
            <a:ext cx="11325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Initialization object </a:t>
            </a:r>
            <a:r>
              <a:rPr i="1" lang="en" sz="1000"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endParaRPr i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165538" y="249580"/>
            <a:ext cx="813300" cy="243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765505" y="1054975"/>
            <a:ext cx="1613400" cy="11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Initialization variable TEMP (temperature), HUMD (humidity), LIGHT (light status),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ACCx, ACCy, ACCz (acceleration)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765375" y="2347875"/>
            <a:ext cx="1613400" cy="71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Set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 variables TEMP, HUMD, LIGHT,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ACCx, ACCy, ACCz to relevant functions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657825" y="3188975"/>
            <a:ext cx="1828800" cy="523800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ACCx, ACCy, ACCz ‘light on’ condition</a:t>
            </a:r>
            <a:endParaRPr sz="700"/>
          </a:p>
        </p:txBody>
      </p:sp>
      <p:cxnSp>
        <p:nvCxnSpPr>
          <p:cNvPr id="59" name="Google Shape;59;p13"/>
          <p:cNvCxnSpPr>
            <a:stCxn id="58" idx="1"/>
          </p:cNvCxnSpPr>
          <p:nvPr/>
        </p:nvCxnSpPr>
        <p:spPr>
          <a:xfrm rot="10800000">
            <a:off x="819025" y="3448175"/>
            <a:ext cx="838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3486625" y="3448175"/>
            <a:ext cx="838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>
            <a:off x="215273" y="3243575"/>
            <a:ext cx="9564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LIGHT true (=on)</a:t>
            </a:r>
            <a:endParaRPr i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972773" y="3243575"/>
            <a:ext cx="9564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LIGHT false (=off)</a:t>
            </a:r>
            <a:endParaRPr i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241575" y="3188975"/>
            <a:ext cx="52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If true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486625" y="3188975"/>
            <a:ext cx="52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If false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1765525" y="3929025"/>
            <a:ext cx="1613400" cy="71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Print TEMP, HUMD, LIGHT as readable ASCII text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765525" y="4824375"/>
            <a:ext cx="1613400" cy="71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Delay 1 second between sensor readings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7" name="Google Shape;67;p13"/>
          <p:cNvCxnSpPr>
            <a:stCxn id="55" idx="2"/>
            <a:endCxn id="54" idx="0"/>
          </p:cNvCxnSpPr>
          <p:nvPr/>
        </p:nvCxnSpPr>
        <p:spPr>
          <a:xfrm>
            <a:off x="2572188" y="493180"/>
            <a:ext cx="0" cy="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>
            <a:endCxn id="56" idx="0"/>
          </p:cNvCxnSpPr>
          <p:nvPr/>
        </p:nvCxnSpPr>
        <p:spPr>
          <a:xfrm>
            <a:off x="2572205" y="979975"/>
            <a:ext cx="0" cy="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>
            <a:stCxn id="56" idx="2"/>
            <a:endCxn id="57" idx="0"/>
          </p:cNvCxnSpPr>
          <p:nvPr/>
        </p:nvCxnSpPr>
        <p:spPr>
          <a:xfrm>
            <a:off x="2572205" y="2225875"/>
            <a:ext cx="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>
            <a:stCxn id="57" idx="2"/>
            <a:endCxn id="58" idx="0"/>
          </p:cNvCxnSpPr>
          <p:nvPr/>
        </p:nvCxnSpPr>
        <p:spPr>
          <a:xfrm>
            <a:off x="2572075" y="3066975"/>
            <a:ext cx="3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>
            <a:stCxn id="65" idx="2"/>
            <a:endCxn id="66" idx="0"/>
          </p:cNvCxnSpPr>
          <p:nvPr/>
        </p:nvCxnSpPr>
        <p:spPr>
          <a:xfrm>
            <a:off x="2572225" y="4648125"/>
            <a:ext cx="0" cy="1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>
            <a:stCxn id="66" idx="3"/>
          </p:cNvCxnSpPr>
          <p:nvPr/>
        </p:nvCxnSpPr>
        <p:spPr>
          <a:xfrm>
            <a:off x="3378925" y="5183925"/>
            <a:ext cx="16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/>
          <p:nvPr/>
        </p:nvCxnSpPr>
        <p:spPr>
          <a:xfrm rot="10800000">
            <a:off x="5057775" y="781200"/>
            <a:ext cx="0" cy="44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/>
          <p:nvPr/>
        </p:nvCxnSpPr>
        <p:spPr>
          <a:xfrm>
            <a:off x="3138463" y="774072"/>
            <a:ext cx="19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3"/>
          <p:cNvSpPr txBox="1"/>
          <p:nvPr/>
        </p:nvSpPr>
        <p:spPr>
          <a:xfrm>
            <a:off x="4010425" y="4938825"/>
            <a:ext cx="52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Loop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6" name="Google Shape;76;p13"/>
          <p:cNvCxnSpPr>
            <a:stCxn id="61" idx="2"/>
          </p:cNvCxnSpPr>
          <p:nvPr/>
        </p:nvCxnSpPr>
        <p:spPr>
          <a:xfrm>
            <a:off x="693473" y="3655475"/>
            <a:ext cx="0" cy="65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>
            <a:stCxn id="65" idx="1"/>
          </p:cNvCxnSpPr>
          <p:nvPr/>
        </p:nvCxnSpPr>
        <p:spPr>
          <a:xfrm rot="10800000">
            <a:off x="699625" y="4288575"/>
            <a:ext cx="106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/>
          <p:nvPr/>
        </p:nvCxnSpPr>
        <p:spPr>
          <a:xfrm>
            <a:off x="4450973" y="3655475"/>
            <a:ext cx="0" cy="65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/>
          <p:nvPr/>
        </p:nvCxnSpPr>
        <p:spPr>
          <a:xfrm rot="10800000">
            <a:off x="3373075" y="4288575"/>
            <a:ext cx="106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