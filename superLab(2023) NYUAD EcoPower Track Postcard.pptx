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Lst>
  <p:sldSz cy="7315200" cx="10972800"/>
  <p:notesSz cx="6858000" cy="9144000"/>
  <p:embeddedFontLst>
    <p:embeddedFont>
      <p:font typeface="IBM Plex Sans"/>
      <p:regular r:id="rId7"/>
      <p:bold r:id="rId8"/>
      <p:italic r:id="rId9"/>
      <p:boldItalic r:id="rId10"/>
    </p:embeddedFont>
    <p:embeddedFont>
      <p:font typeface="Montserrat"/>
      <p:regular r:id="rId11"/>
      <p:bold r:id="rId12"/>
      <p:italic r:id="rId13"/>
      <p:boldItalic r:id="rId14"/>
    </p:embeddedFont>
    <p:embeddedFont>
      <p:font typeface="IBM Plex Sans Medium"/>
      <p:regular r:id="rId15"/>
      <p:bold r:id="rId16"/>
      <p:italic r:id="rId17"/>
      <p:boldItalic r:id="rId18"/>
    </p:embeddedFont>
    <p:embeddedFont>
      <p:font typeface="Comfortaa"/>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omfortaa-bold.fntdata"/><Relationship Id="rId11" Type="http://schemas.openxmlformats.org/officeDocument/2006/relationships/font" Target="fonts/Montserrat-regular.fntdata"/><Relationship Id="rId10" Type="http://schemas.openxmlformats.org/officeDocument/2006/relationships/font" Target="fonts/IBMPlexSans-boldItalic.fntdata"/><Relationship Id="rId13" Type="http://schemas.openxmlformats.org/officeDocument/2006/relationships/font" Target="fonts/Montserrat-italic.fntdata"/><Relationship Id="rId12" Type="http://schemas.openxmlformats.org/officeDocument/2006/relationships/font" Target="fonts/Montserrat-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IBMPlexSans-italic.fntdata"/><Relationship Id="rId15" Type="http://schemas.openxmlformats.org/officeDocument/2006/relationships/font" Target="fonts/IBMPlexSansMedium-regular.fntdata"/><Relationship Id="rId14" Type="http://schemas.openxmlformats.org/officeDocument/2006/relationships/font" Target="fonts/Montserrat-boldItalic.fntdata"/><Relationship Id="rId17" Type="http://schemas.openxmlformats.org/officeDocument/2006/relationships/font" Target="fonts/IBMPlexSansMedium-italic.fntdata"/><Relationship Id="rId16" Type="http://schemas.openxmlformats.org/officeDocument/2006/relationships/font" Target="fonts/IBMPlexSansMedium-bold.fntdata"/><Relationship Id="rId5" Type="http://schemas.openxmlformats.org/officeDocument/2006/relationships/slide" Target="slides/slide1.xml"/><Relationship Id="rId19" Type="http://schemas.openxmlformats.org/officeDocument/2006/relationships/font" Target="fonts/Comfortaa-regular.fntdata"/><Relationship Id="rId6" Type="http://schemas.openxmlformats.org/officeDocument/2006/relationships/slide" Target="slides/slide2.xml"/><Relationship Id="rId18" Type="http://schemas.openxmlformats.org/officeDocument/2006/relationships/font" Target="fonts/IBMPlexSansMedium-boldItalic.fntdata"/><Relationship Id="rId7" Type="http://schemas.openxmlformats.org/officeDocument/2006/relationships/font" Target="fonts/IBMPlexSans-regular.fntdata"/><Relationship Id="rId8" Type="http://schemas.openxmlformats.org/officeDocument/2006/relationships/font" Target="fonts/IBMPlex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gb8b0a796a9_0_64:notes"/>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28" name="Google Shape;28;gb8b0a796a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1e02eb14b31_0_6:notes"/>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35" name="Google Shape;35;g1e02eb14b3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 type="secHead">
  <p:cSld name="SECTION_HEADER">
    <p:spTree>
      <p:nvGrpSpPr>
        <p:cNvPr id="7" name="Shape 7"/>
        <p:cNvGrpSpPr/>
        <p:nvPr/>
      </p:nvGrpSpPr>
      <p:grpSpPr>
        <a:xfrm>
          <a:off x="0" y="0"/>
          <a:ext cx="0" cy="0"/>
          <a:chOff x="0" y="0"/>
          <a:chExt cx="0" cy="0"/>
        </a:xfrm>
      </p:grpSpPr>
      <p:sp>
        <p:nvSpPr>
          <p:cNvPr id="8" name="Google Shape;8;p2"/>
          <p:cNvSpPr/>
          <p:nvPr/>
        </p:nvSpPr>
        <p:spPr>
          <a:xfrm>
            <a:off x="9144000" y="457200"/>
            <a:ext cx="1371600" cy="1371600"/>
          </a:xfrm>
          <a:prstGeom prst="rect">
            <a:avLst/>
          </a:prstGeom>
          <a:noFill/>
          <a:ln cap="flat" cmpd="sng" w="19050">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200">
                <a:latin typeface="IBM Plex Sans"/>
                <a:ea typeface="IBM Plex Sans"/>
                <a:cs typeface="IBM Plex Sans"/>
                <a:sym typeface="IBM Plex Sans"/>
              </a:rPr>
              <a:t>Place</a:t>
            </a:r>
            <a:endParaRPr sz="1200">
              <a:latin typeface="IBM Plex Sans"/>
              <a:ea typeface="IBM Plex Sans"/>
              <a:cs typeface="IBM Plex Sans"/>
              <a:sym typeface="IBM Plex Sans"/>
            </a:endParaRPr>
          </a:p>
          <a:p>
            <a:pPr indent="0" lvl="0" marL="0" rtl="0" algn="ctr">
              <a:lnSpc>
                <a:spcPct val="115000"/>
              </a:lnSpc>
              <a:spcBef>
                <a:spcPts val="0"/>
              </a:spcBef>
              <a:spcAft>
                <a:spcPts val="0"/>
              </a:spcAft>
              <a:buNone/>
            </a:pPr>
            <a:r>
              <a:rPr lang="en" sz="1200">
                <a:latin typeface="IBM Plex Sans"/>
                <a:ea typeface="IBM Plex Sans"/>
                <a:cs typeface="IBM Plex Sans"/>
                <a:sym typeface="IBM Plex Sans"/>
              </a:rPr>
              <a:t>Postage</a:t>
            </a:r>
            <a:endParaRPr sz="1200">
              <a:latin typeface="IBM Plex Sans"/>
              <a:ea typeface="IBM Plex Sans"/>
              <a:cs typeface="IBM Plex Sans"/>
              <a:sym typeface="IBM Plex Sans"/>
            </a:endParaRPr>
          </a:p>
          <a:p>
            <a:pPr indent="0" lvl="0" marL="0" rtl="0" algn="ctr">
              <a:lnSpc>
                <a:spcPct val="115000"/>
              </a:lnSpc>
              <a:spcBef>
                <a:spcPts val="0"/>
              </a:spcBef>
              <a:spcAft>
                <a:spcPts val="0"/>
              </a:spcAft>
              <a:buNone/>
            </a:pPr>
            <a:r>
              <a:rPr lang="en" sz="1200">
                <a:latin typeface="IBM Plex Sans"/>
                <a:ea typeface="IBM Plex Sans"/>
                <a:cs typeface="IBM Plex Sans"/>
                <a:sym typeface="IBM Plex Sans"/>
              </a:rPr>
              <a:t>Here</a:t>
            </a:r>
            <a:endParaRPr sz="1200">
              <a:latin typeface="IBM Plex Sans"/>
              <a:ea typeface="IBM Plex Sans"/>
              <a:cs typeface="IBM Plex Sans"/>
              <a:sym typeface="IBM Plex Sans"/>
            </a:endParaRPr>
          </a:p>
        </p:txBody>
      </p:sp>
      <p:cxnSp>
        <p:nvCxnSpPr>
          <p:cNvPr id="9" name="Google Shape;9;p2"/>
          <p:cNvCxnSpPr/>
          <p:nvPr/>
        </p:nvCxnSpPr>
        <p:spPr>
          <a:xfrm>
            <a:off x="5715000" y="457200"/>
            <a:ext cx="0" cy="5490300"/>
          </a:xfrm>
          <a:prstGeom prst="straightConnector1">
            <a:avLst/>
          </a:prstGeom>
          <a:noFill/>
          <a:ln cap="flat" cmpd="sng" w="28575">
            <a:solidFill>
              <a:srgbClr val="000000"/>
            </a:solidFill>
            <a:prstDash val="solid"/>
            <a:round/>
            <a:headEnd len="med" w="med" type="none"/>
            <a:tailEnd len="med" w="med" type="none"/>
          </a:ln>
        </p:spPr>
      </p:cxnSp>
      <p:cxnSp>
        <p:nvCxnSpPr>
          <p:cNvPr id="10" name="Google Shape;10;p2"/>
          <p:cNvCxnSpPr/>
          <p:nvPr/>
        </p:nvCxnSpPr>
        <p:spPr>
          <a:xfrm>
            <a:off x="6172200" y="3202350"/>
            <a:ext cx="4344900" cy="0"/>
          </a:xfrm>
          <a:prstGeom prst="straightConnector1">
            <a:avLst/>
          </a:prstGeom>
          <a:noFill/>
          <a:ln cap="flat" cmpd="sng" w="19050">
            <a:solidFill>
              <a:schemeClr val="dk2"/>
            </a:solidFill>
            <a:prstDash val="solid"/>
            <a:round/>
            <a:headEnd len="med" w="med" type="none"/>
            <a:tailEnd len="med" w="med" type="none"/>
          </a:ln>
        </p:spPr>
      </p:cxnSp>
      <p:cxnSp>
        <p:nvCxnSpPr>
          <p:cNvPr id="11" name="Google Shape;11;p2"/>
          <p:cNvCxnSpPr/>
          <p:nvPr/>
        </p:nvCxnSpPr>
        <p:spPr>
          <a:xfrm>
            <a:off x="6172200" y="3653700"/>
            <a:ext cx="4344900" cy="0"/>
          </a:xfrm>
          <a:prstGeom prst="straightConnector1">
            <a:avLst/>
          </a:prstGeom>
          <a:noFill/>
          <a:ln cap="flat" cmpd="sng" w="19050">
            <a:solidFill>
              <a:schemeClr val="dk2"/>
            </a:solidFill>
            <a:prstDash val="solid"/>
            <a:round/>
            <a:headEnd len="med" w="med" type="none"/>
            <a:tailEnd len="med" w="med" type="none"/>
          </a:ln>
        </p:spPr>
      </p:cxnSp>
      <p:cxnSp>
        <p:nvCxnSpPr>
          <p:cNvPr id="12" name="Google Shape;12;p2"/>
          <p:cNvCxnSpPr/>
          <p:nvPr/>
        </p:nvCxnSpPr>
        <p:spPr>
          <a:xfrm>
            <a:off x="6172200" y="4112850"/>
            <a:ext cx="4344900" cy="0"/>
          </a:xfrm>
          <a:prstGeom prst="straightConnector1">
            <a:avLst/>
          </a:prstGeom>
          <a:noFill/>
          <a:ln cap="flat" cmpd="sng" w="19050">
            <a:solidFill>
              <a:schemeClr val="dk2"/>
            </a:solidFill>
            <a:prstDash val="solid"/>
            <a:round/>
            <a:headEnd len="med" w="med" type="none"/>
            <a:tailEnd len="med" w="med" type="none"/>
          </a:ln>
        </p:spPr>
      </p:cxnSp>
      <p:cxnSp>
        <p:nvCxnSpPr>
          <p:cNvPr id="13" name="Google Shape;13;p2"/>
          <p:cNvCxnSpPr/>
          <p:nvPr/>
        </p:nvCxnSpPr>
        <p:spPr>
          <a:xfrm>
            <a:off x="6172200" y="4572000"/>
            <a:ext cx="4344900" cy="0"/>
          </a:xfrm>
          <a:prstGeom prst="straightConnector1">
            <a:avLst/>
          </a:prstGeom>
          <a:noFill/>
          <a:ln cap="flat" cmpd="sng" w="19050">
            <a:solidFill>
              <a:schemeClr val="dk2"/>
            </a:solidFill>
            <a:prstDash val="solid"/>
            <a:round/>
            <a:headEnd len="med" w="med" type="none"/>
            <a:tailEnd len="med" w="med" type="none"/>
          </a:ln>
        </p:spPr>
      </p:cxnSp>
      <p:pic>
        <p:nvPicPr>
          <p:cNvPr id="14" name="Google Shape;14;p2"/>
          <p:cNvPicPr preferRelativeResize="0"/>
          <p:nvPr/>
        </p:nvPicPr>
        <p:blipFill rotWithShape="1">
          <a:blip r:embed="rId2">
            <a:alphaModFix/>
          </a:blip>
          <a:srcRect b="44857" l="7441" r="0" t="11430"/>
          <a:stretch/>
        </p:blipFill>
        <p:spPr>
          <a:xfrm>
            <a:off x="457200" y="429125"/>
            <a:ext cx="2130765" cy="563601"/>
          </a:xfrm>
          <a:prstGeom prst="rect">
            <a:avLst/>
          </a:prstGeom>
          <a:noFill/>
          <a:ln>
            <a:noFill/>
          </a:ln>
        </p:spPr>
      </p:pic>
      <p:sp>
        <p:nvSpPr>
          <p:cNvPr id="15" name="Google Shape;15;p2"/>
          <p:cNvSpPr txBox="1"/>
          <p:nvPr/>
        </p:nvSpPr>
        <p:spPr>
          <a:xfrm>
            <a:off x="2587975" y="457200"/>
            <a:ext cx="2669700" cy="535500"/>
          </a:xfrm>
          <a:prstGeom prst="rect">
            <a:avLst/>
          </a:prstGeom>
          <a:noFill/>
          <a:ln>
            <a:noFill/>
          </a:ln>
        </p:spPr>
        <p:txBody>
          <a:bodyPr anchorCtr="0" anchor="b" bIns="0" lIns="91425" spcFirstLastPara="1" rIns="0" wrap="square" tIns="0">
            <a:noAutofit/>
          </a:bodyPr>
          <a:lstStyle/>
          <a:p>
            <a:pPr indent="0" lvl="0" marL="0" rtl="0" algn="r">
              <a:lnSpc>
                <a:spcPct val="100000"/>
              </a:lnSpc>
              <a:spcBef>
                <a:spcPts val="0"/>
              </a:spcBef>
              <a:spcAft>
                <a:spcPts val="0"/>
              </a:spcAft>
              <a:buNone/>
            </a:pPr>
            <a:r>
              <a:rPr b="1" lang="en" sz="1100">
                <a:latin typeface="Montserrat"/>
                <a:ea typeface="Montserrat"/>
                <a:cs typeface="Montserrat"/>
                <a:sym typeface="Montserrat"/>
              </a:rPr>
              <a:t>Design &amp; </a:t>
            </a:r>
            <a:r>
              <a:rPr b="1" lang="en" sz="1100">
                <a:latin typeface="Montserrat"/>
                <a:ea typeface="Montserrat"/>
                <a:cs typeface="Montserrat"/>
                <a:sym typeface="Montserrat"/>
              </a:rPr>
              <a:t>Innovation</a:t>
            </a:r>
            <a:endParaRPr b="1" sz="1100">
              <a:latin typeface="Montserrat"/>
              <a:ea typeface="Montserrat"/>
              <a:cs typeface="Montserrat"/>
              <a:sym typeface="Montserrat"/>
            </a:endParaRPr>
          </a:p>
          <a:p>
            <a:pPr indent="0" lvl="0" marL="0" rtl="0" algn="r">
              <a:lnSpc>
                <a:spcPct val="100000"/>
              </a:lnSpc>
              <a:spcBef>
                <a:spcPts val="0"/>
              </a:spcBef>
              <a:spcAft>
                <a:spcPts val="0"/>
              </a:spcAft>
              <a:buNone/>
            </a:pPr>
            <a:r>
              <a:rPr lang="en" sz="900">
                <a:solidFill>
                  <a:schemeClr val="dk1"/>
                </a:solidFill>
                <a:latin typeface="Montserrat"/>
                <a:ea typeface="Montserrat"/>
                <a:cs typeface="Montserrat"/>
                <a:sym typeface="Montserrat"/>
              </a:rPr>
              <a:t>ENGR-UH 1021J</a:t>
            </a:r>
            <a:endParaRPr sz="900">
              <a:solidFill>
                <a:schemeClr val="dk1"/>
              </a:solidFill>
              <a:latin typeface="Montserrat"/>
              <a:ea typeface="Montserrat"/>
              <a:cs typeface="Montserrat"/>
              <a:sym typeface="Montserrat"/>
            </a:endParaRPr>
          </a:p>
          <a:p>
            <a:pPr indent="0" lvl="0" marL="0" rtl="0" algn="r">
              <a:lnSpc>
                <a:spcPct val="100000"/>
              </a:lnSpc>
              <a:spcBef>
                <a:spcPts val="0"/>
              </a:spcBef>
              <a:spcAft>
                <a:spcPts val="0"/>
              </a:spcAft>
              <a:buNone/>
            </a:pPr>
            <a:r>
              <a:rPr lang="en" sz="900">
                <a:solidFill>
                  <a:schemeClr val="dk1"/>
                </a:solidFill>
                <a:latin typeface="Montserrat"/>
                <a:ea typeface="Montserrat"/>
                <a:cs typeface="Montserrat"/>
                <a:sym typeface="Montserrat"/>
              </a:rPr>
              <a:t>J-Term 2023</a:t>
            </a:r>
            <a:endParaRPr b="1" sz="900">
              <a:latin typeface="Montserrat"/>
              <a:ea typeface="Montserrat"/>
              <a:cs typeface="Montserrat"/>
              <a:sym typeface="Montserrat"/>
            </a:endParaRPr>
          </a:p>
        </p:txBody>
      </p:sp>
      <p:sp>
        <p:nvSpPr>
          <p:cNvPr id="16" name="Google Shape;16;p2"/>
          <p:cNvSpPr txBox="1"/>
          <p:nvPr>
            <p:ph type="title"/>
          </p:nvPr>
        </p:nvSpPr>
        <p:spPr>
          <a:xfrm>
            <a:off x="457200" y="2387000"/>
            <a:ext cx="4800600" cy="356100"/>
          </a:xfrm>
          <a:prstGeom prst="rect">
            <a:avLst/>
          </a:prstGeom>
          <a:noFill/>
          <a:ln>
            <a:noFill/>
          </a:ln>
        </p:spPr>
        <p:txBody>
          <a:bodyPr anchorCtr="0" anchor="t" bIns="0" lIns="0" spcFirstLastPara="1" rIns="0" wrap="square" tIns="0">
            <a:noAutofit/>
          </a:bodyPr>
          <a:lstStyle>
            <a:lvl1pPr lvl="0">
              <a:spcBef>
                <a:spcPts val="0"/>
              </a:spcBef>
              <a:spcAft>
                <a:spcPts val="0"/>
              </a:spcAft>
              <a:buSzPts val="1400"/>
              <a:buFont typeface="IBM Plex Sans"/>
              <a:buNone/>
              <a:defRPr b="1">
                <a:latin typeface="IBM Plex Sans"/>
                <a:ea typeface="IBM Plex Sans"/>
                <a:cs typeface="IBM Plex Sans"/>
                <a:sym typeface="IBM Plex Sans"/>
              </a:defRPr>
            </a:lvl1pPr>
            <a:lvl2pPr lvl="1">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p:txBody>
      </p:sp>
      <p:sp>
        <p:nvSpPr>
          <p:cNvPr id="17" name="Google Shape;17;p2"/>
          <p:cNvSpPr txBox="1"/>
          <p:nvPr>
            <p:ph idx="1" type="subTitle"/>
          </p:nvPr>
        </p:nvSpPr>
        <p:spPr>
          <a:xfrm>
            <a:off x="457200" y="5485500"/>
            <a:ext cx="4800600" cy="459000"/>
          </a:xfrm>
          <a:prstGeom prst="rect">
            <a:avLst/>
          </a:prstGeom>
          <a:noFill/>
          <a:ln>
            <a:noFill/>
          </a:ln>
        </p:spPr>
        <p:txBody>
          <a:bodyPr anchorCtr="0" anchor="b" bIns="0" lIns="0" spcFirstLastPara="1" rIns="0" wrap="square" tIns="0">
            <a:noAutofit/>
          </a:bodyPr>
          <a:lstStyle>
            <a:lvl1pPr lvl="0">
              <a:spcBef>
                <a:spcPts val="0"/>
              </a:spcBef>
              <a:spcAft>
                <a:spcPts val="0"/>
              </a:spcAft>
              <a:buSzPts val="1000"/>
              <a:buFont typeface="IBM Plex Sans Medium"/>
              <a:buNone/>
              <a:defRPr sz="1000">
                <a:latin typeface="IBM Plex Sans Medium"/>
                <a:ea typeface="IBM Plex Sans Medium"/>
                <a:cs typeface="IBM Plex Sans Medium"/>
                <a:sym typeface="IBM Plex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2" type="body"/>
          </p:nvPr>
        </p:nvSpPr>
        <p:spPr>
          <a:xfrm>
            <a:off x="457200" y="2740200"/>
            <a:ext cx="4800600" cy="2745300"/>
          </a:xfrm>
          <a:prstGeom prst="rect">
            <a:avLst/>
          </a:prstGeom>
          <a:noFill/>
          <a:ln>
            <a:noFill/>
          </a:ln>
        </p:spPr>
        <p:txBody>
          <a:bodyPr anchorCtr="0" anchor="t" bIns="0" lIns="0" spcFirstLastPara="1" rIns="0" wrap="square" tIns="0">
            <a:noAutofit/>
          </a:bodyPr>
          <a:lstStyle>
            <a:lvl1pPr indent="-298450" lvl="0" marL="457200">
              <a:spcBef>
                <a:spcPts val="0"/>
              </a:spcBef>
              <a:spcAft>
                <a:spcPts val="0"/>
              </a:spcAft>
              <a:buSzPts val="1100"/>
              <a:buFont typeface="IBM Plex Sans"/>
              <a:buChar char="●"/>
              <a:defRPr sz="1100">
                <a:latin typeface="IBM Plex Sans"/>
                <a:ea typeface="IBM Plex Sans"/>
                <a:cs typeface="IBM Plex Sans"/>
                <a:sym typeface="IBM Plex Sans"/>
              </a:defRPr>
            </a:lvl1pPr>
            <a:lvl2pPr indent="-298450" lvl="1" marL="914400">
              <a:spcBef>
                <a:spcPts val="0"/>
              </a:spcBef>
              <a:spcAft>
                <a:spcPts val="0"/>
              </a:spcAft>
              <a:buSzPts val="1100"/>
              <a:buFont typeface="IBM Plex Sans"/>
              <a:buChar char="○"/>
              <a:defRPr sz="1100">
                <a:latin typeface="IBM Plex Sans"/>
                <a:ea typeface="IBM Plex Sans"/>
                <a:cs typeface="IBM Plex Sans"/>
                <a:sym typeface="IBM Plex Sans"/>
              </a:defRPr>
            </a:lvl2pPr>
            <a:lvl3pPr indent="-298450" lvl="2" marL="1371600">
              <a:spcBef>
                <a:spcPts val="0"/>
              </a:spcBef>
              <a:spcAft>
                <a:spcPts val="0"/>
              </a:spcAft>
              <a:buSzPts val="1100"/>
              <a:buFont typeface="IBM Plex Sans"/>
              <a:buChar char="■"/>
              <a:defRPr sz="1100">
                <a:latin typeface="IBM Plex Sans"/>
                <a:ea typeface="IBM Plex Sans"/>
                <a:cs typeface="IBM Plex Sans"/>
                <a:sym typeface="IBM Plex Sans"/>
              </a:defRPr>
            </a:lvl3pPr>
            <a:lvl4pPr indent="-298450" lvl="3" marL="1828800">
              <a:spcBef>
                <a:spcPts val="0"/>
              </a:spcBef>
              <a:spcAft>
                <a:spcPts val="0"/>
              </a:spcAft>
              <a:buSzPts val="1100"/>
              <a:buFont typeface="IBM Plex Sans"/>
              <a:buChar char="●"/>
              <a:defRPr sz="1100">
                <a:latin typeface="IBM Plex Sans"/>
                <a:ea typeface="IBM Plex Sans"/>
                <a:cs typeface="IBM Plex Sans"/>
                <a:sym typeface="IBM Plex Sans"/>
              </a:defRPr>
            </a:lvl4pPr>
            <a:lvl5pPr indent="-298450" lvl="4" marL="2286000">
              <a:spcBef>
                <a:spcPts val="0"/>
              </a:spcBef>
              <a:spcAft>
                <a:spcPts val="0"/>
              </a:spcAft>
              <a:buSzPts val="1100"/>
              <a:buFont typeface="IBM Plex Sans"/>
              <a:buChar char="○"/>
              <a:defRPr sz="1100">
                <a:latin typeface="IBM Plex Sans"/>
                <a:ea typeface="IBM Plex Sans"/>
                <a:cs typeface="IBM Plex Sans"/>
                <a:sym typeface="IBM Plex Sans"/>
              </a:defRPr>
            </a:lvl5pPr>
            <a:lvl6pPr indent="-298450" lvl="5" marL="2743200">
              <a:spcBef>
                <a:spcPts val="0"/>
              </a:spcBef>
              <a:spcAft>
                <a:spcPts val="0"/>
              </a:spcAft>
              <a:buSzPts val="1100"/>
              <a:buFont typeface="IBM Plex Sans"/>
              <a:buChar char="■"/>
              <a:defRPr sz="1100">
                <a:latin typeface="IBM Plex Sans"/>
                <a:ea typeface="IBM Plex Sans"/>
                <a:cs typeface="IBM Plex Sans"/>
                <a:sym typeface="IBM Plex Sans"/>
              </a:defRPr>
            </a:lvl6pPr>
            <a:lvl7pPr indent="-298450" lvl="6" marL="3200400">
              <a:spcBef>
                <a:spcPts val="0"/>
              </a:spcBef>
              <a:spcAft>
                <a:spcPts val="0"/>
              </a:spcAft>
              <a:buSzPts val="1100"/>
              <a:buFont typeface="IBM Plex Sans"/>
              <a:buChar char="●"/>
              <a:defRPr sz="1100">
                <a:latin typeface="IBM Plex Sans"/>
                <a:ea typeface="IBM Plex Sans"/>
                <a:cs typeface="IBM Plex Sans"/>
                <a:sym typeface="IBM Plex Sans"/>
              </a:defRPr>
            </a:lvl7pPr>
            <a:lvl8pPr indent="-298450" lvl="7" marL="3657600">
              <a:spcBef>
                <a:spcPts val="0"/>
              </a:spcBef>
              <a:spcAft>
                <a:spcPts val="0"/>
              </a:spcAft>
              <a:buSzPts val="1100"/>
              <a:buFont typeface="IBM Plex Sans"/>
              <a:buChar char="○"/>
              <a:defRPr sz="1100">
                <a:latin typeface="IBM Plex Sans"/>
                <a:ea typeface="IBM Plex Sans"/>
                <a:cs typeface="IBM Plex Sans"/>
                <a:sym typeface="IBM Plex Sans"/>
              </a:defRPr>
            </a:lvl8pPr>
            <a:lvl9pPr indent="-298450" lvl="8" marL="4114800">
              <a:spcBef>
                <a:spcPts val="0"/>
              </a:spcBef>
              <a:spcAft>
                <a:spcPts val="0"/>
              </a:spcAft>
              <a:buSzPts val="1100"/>
              <a:buFont typeface="IBM Plex Sans"/>
              <a:buChar char="■"/>
              <a:defRPr sz="1100">
                <a:latin typeface="IBM Plex Sans"/>
                <a:ea typeface="IBM Plex Sans"/>
                <a:cs typeface="IBM Plex Sans"/>
                <a:sym typeface="IBM Plex Sans"/>
              </a:defRPr>
            </a:lvl9pPr>
          </a:lstStyle>
          <a:p/>
        </p:txBody>
      </p:sp>
      <p:sp>
        <p:nvSpPr>
          <p:cNvPr id="19" name="Google Shape;19;p2"/>
          <p:cNvSpPr txBox="1"/>
          <p:nvPr/>
        </p:nvSpPr>
        <p:spPr>
          <a:xfrm>
            <a:off x="-5362625" y="455950"/>
            <a:ext cx="5159400" cy="4366200"/>
          </a:xfrm>
          <a:prstGeom prst="rect">
            <a:avLst/>
          </a:prstGeom>
          <a:solidFill>
            <a:srgbClr val="7FBEC6"/>
          </a:solidFill>
          <a:ln>
            <a:noFill/>
          </a:ln>
        </p:spPr>
        <p:txBody>
          <a:bodyPr anchorCtr="0" anchor="t" bIns="91425" lIns="173725" spcFirstLastPara="1" rIns="173725" wrap="square" tIns="182875">
            <a:noAutofit/>
          </a:bodyPr>
          <a:lstStyle/>
          <a:p>
            <a:pPr indent="-381000" lvl="0" marL="457200" rtl="0" algn="l">
              <a:spcBef>
                <a:spcPts val="0"/>
              </a:spcBef>
              <a:spcAft>
                <a:spcPts val="0"/>
              </a:spcAft>
              <a:buClr>
                <a:srgbClr val="FFFFFF"/>
              </a:buClr>
              <a:buSzPts val="2400"/>
              <a:buFont typeface="IBM Plex Sans"/>
              <a:buAutoNum type="arabicPeriod"/>
            </a:pPr>
            <a:r>
              <a:rPr lang="en" sz="2400">
                <a:solidFill>
                  <a:srgbClr val="FFFFFF"/>
                </a:solidFill>
                <a:latin typeface="IBM Plex Sans"/>
                <a:ea typeface="IBM Plex Sans"/>
                <a:cs typeface="IBM Plex Sans"/>
                <a:sym typeface="IBM Plex Sans"/>
              </a:rPr>
              <a:t>Provide a title for the image used on the front, along with the year the image was created.</a:t>
            </a:r>
            <a:endParaRPr sz="2400">
              <a:solidFill>
                <a:srgbClr val="FFFFFF"/>
              </a:solidFill>
              <a:latin typeface="IBM Plex Sans"/>
              <a:ea typeface="IBM Plex Sans"/>
              <a:cs typeface="IBM Plex Sans"/>
              <a:sym typeface="IBM Plex Sans"/>
            </a:endParaRPr>
          </a:p>
          <a:p>
            <a:pPr indent="-381000" lvl="0" marL="457200" rtl="0" algn="l">
              <a:spcBef>
                <a:spcPts val="0"/>
              </a:spcBef>
              <a:spcAft>
                <a:spcPts val="0"/>
              </a:spcAft>
              <a:buClr>
                <a:srgbClr val="FFFFFF"/>
              </a:buClr>
              <a:buSzPts val="2400"/>
              <a:buFont typeface="IBM Plex Sans"/>
              <a:buAutoNum type="arabicPeriod"/>
            </a:pPr>
            <a:r>
              <a:rPr lang="en" sz="2400">
                <a:solidFill>
                  <a:srgbClr val="FFFFFF"/>
                </a:solidFill>
                <a:latin typeface="IBM Plex Sans"/>
                <a:ea typeface="IBM Plex Sans"/>
                <a:cs typeface="IBM Plex Sans"/>
                <a:sym typeface="IBM Plex Sans"/>
              </a:rPr>
              <a:t>Provide the author name(s) as subtitle.</a:t>
            </a:r>
            <a:endParaRPr sz="2400">
              <a:solidFill>
                <a:srgbClr val="FFFFFF"/>
              </a:solidFill>
              <a:latin typeface="IBM Plex Sans"/>
              <a:ea typeface="IBM Plex Sans"/>
              <a:cs typeface="IBM Plex Sans"/>
              <a:sym typeface="IBM Plex Sans"/>
            </a:endParaRPr>
          </a:p>
          <a:p>
            <a:pPr indent="-381000" lvl="0" marL="457200" rtl="0" algn="l">
              <a:spcBef>
                <a:spcPts val="0"/>
              </a:spcBef>
              <a:spcAft>
                <a:spcPts val="0"/>
              </a:spcAft>
              <a:buClr>
                <a:srgbClr val="FFFFFF"/>
              </a:buClr>
              <a:buSzPts val="2400"/>
              <a:buFont typeface="IBM Plex Sans"/>
              <a:buAutoNum type="arabicPeriod"/>
            </a:pPr>
            <a:r>
              <a:rPr lang="en" sz="2400">
                <a:solidFill>
                  <a:srgbClr val="FFFFFF"/>
                </a:solidFill>
                <a:latin typeface="IBM Plex Sans"/>
                <a:ea typeface="IBM Plex Sans"/>
                <a:cs typeface="IBM Plex Sans"/>
                <a:sym typeface="IBM Plex Sans"/>
              </a:rPr>
              <a:t>Provide a short description of the meaning of the image as well as any useful context for the choice.</a:t>
            </a:r>
            <a:endParaRPr sz="2400">
              <a:solidFill>
                <a:srgbClr val="FFFFFF"/>
              </a:solidFill>
              <a:latin typeface="IBM Plex Sans"/>
              <a:ea typeface="IBM Plex Sans"/>
              <a:cs typeface="IBM Plex Sans"/>
              <a:sym typeface="IBM Plex Sans"/>
            </a:endParaRPr>
          </a:p>
          <a:p>
            <a:pPr indent="-381000" lvl="0" marL="457200" rtl="0" algn="l">
              <a:spcBef>
                <a:spcPts val="0"/>
              </a:spcBef>
              <a:spcAft>
                <a:spcPts val="0"/>
              </a:spcAft>
              <a:buClr>
                <a:srgbClr val="FFFFFF"/>
              </a:buClr>
              <a:buSzPts val="2400"/>
              <a:buFont typeface="IBM Plex Sans"/>
              <a:buAutoNum type="arabicPeriod"/>
            </a:pPr>
            <a:r>
              <a:rPr lang="en" sz="2400">
                <a:solidFill>
                  <a:srgbClr val="FFFFFF"/>
                </a:solidFill>
                <a:latin typeface="IBM Plex Sans"/>
                <a:ea typeface="IBM Plex Sans"/>
                <a:cs typeface="IBM Plex Sans"/>
                <a:sym typeface="IBM Plex Sans"/>
              </a:rPr>
              <a:t>Do not manipulate the text size, position, or weighting.</a:t>
            </a:r>
            <a:endParaRPr sz="2400">
              <a:solidFill>
                <a:srgbClr val="FFFFFF"/>
              </a:solidFill>
              <a:latin typeface="IBM Plex Sans"/>
              <a:ea typeface="IBM Plex Sans"/>
              <a:cs typeface="IBM Plex Sans"/>
              <a:sym typeface="IBM Plex Sans"/>
            </a:endParaRPr>
          </a:p>
        </p:txBody>
      </p:sp>
      <p:sp>
        <p:nvSpPr>
          <p:cNvPr id="20" name="Google Shape;20;p2"/>
          <p:cNvSpPr txBox="1"/>
          <p:nvPr/>
        </p:nvSpPr>
        <p:spPr>
          <a:xfrm>
            <a:off x="-5362600" y="-328450"/>
            <a:ext cx="5159400" cy="784200"/>
          </a:xfrm>
          <a:prstGeom prst="rect">
            <a:avLst/>
          </a:prstGeom>
          <a:solidFill>
            <a:srgbClr val="008BA9"/>
          </a:solidFill>
          <a:ln>
            <a:noFill/>
          </a:ln>
        </p:spPr>
        <p:txBody>
          <a:bodyPr anchorCtr="0" anchor="ctr" bIns="91425" lIns="360000" spcFirstLastPara="1" rIns="360000" wrap="square" tIns="91425">
            <a:noAutofit/>
          </a:bodyPr>
          <a:lstStyle/>
          <a:p>
            <a:pPr indent="0" lvl="0" marL="0" rtl="0" algn="l">
              <a:spcBef>
                <a:spcPts val="0"/>
              </a:spcBef>
              <a:spcAft>
                <a:spcPts val="0"/>
              </a:spcAft>
              <a:buNone/>
            </a:pPr>
            <a:r>
              <a:rPr b="1" lang="en" sz="3000">
                <a:solidFill>
                  <a:srgbClr val="FFFFFF"/>
                </a:solidFill>
                <a:latin typeface="IBM Plex Sans"/>
                <a:ea typeface="IBM Plex Sans"/>
                <a:cs typeface="IBM Plex Sans"/>
                <a:sym typeface="IBM Plex Sans"/>
              </a:rPr>
              <a:t>USING THE TEMPLATE</a:t>
            </a:r>
            <a:endParaRPr b="1" sz="3000">
              <a:solidFill>
                <a:srgbClr val="FFFFFF"/>
              </a:solidFill>
              <a:latin typeface="IBM Plex Sans"/>
              <a:ea typeface="IBM Plex Sans"/>
              <a:cs typeface="IBM Plex Sans"/>
              <a:sym typeface="IBM Plex Sans"/>
            </a:endParaRPr>
          </a:p>
        </p:txBody>
      </p:sp>
      <p:sp>
        <p:nvSpPr>
          <p:cNvPr id="21" name="Google Shape;21;p2"/>
          <p:cNvSpPr txBox="1"/>
          <p:nvPr/>
        </p:nvSpPr>
        <p:spPr>
          <a:xfrm>
            <a:off x="457200" y="-1559700"/>
            <a:ext cx="4800600" cy="1103700"/>
          </a:xfrm>
          <a:prstGeom prst="rect">
            <a:avLst/>
          </a:prstGeom>
          <a:solidFill>
            <a:srgbClr val="7FBEC6"/>
          </a:solidFill>
          <a:ln>
            <a:noFill/>
          </a:ln>
        </p:spPr>
        <p:txBody>
          <a:bodyPr anchorCtr="0" anchor="t" bIns="91425" lIns="173725" spcFirstLastPara="1" rIns="173725" wrap="square" tIns="182875">
            <a:noAutofit/>
          </a:bodyPr>
          <a:lstStyle/>
          <a:p>
            <a:pPr indent="0" lvl="0" marL="0" rtl="0" algn="l">
              <a:spcBef>
                <a:spcPts val="0"/>
              </a:spcBef>
              <a:spcAft>
                <a:spcPts val="0"/>
              </a:spcAft>
              <a:buNone/>
            </a:pPr>
            <a:r>
              <a:rPr lang="en" sz="2400">
                <a:solidFill>
                  <a:srgbClr val="FFFFFF"/>
                </a:solidFill>
                <a:latin typeface="IBM Plex Sans"/>
                <a:ea typeface="IBM Plex Sans"/>
                <a:cs typeface="IBM Plex Sans"/>
                <a:sym typeface="IBM Plex Sans"/>
              </a:rPr>
              <a:t>Turn on Guides </a:t>
            </a:r>
            <a:endParaRPr sz="2400">
              <a:solidFill>
                <a:srgbClr val="FFFFFF"/>
              </a:solidFill>
              <a:latin typeface="IBM Plex Sans"/>
              <a:ea typeface="IBM Plex Sans"/>
              <a:cs typeface="IBM Plex Sans"/>
              <a:sym typeface="IBM Plex Sans"/>
            </a:endParaRPr>
          </a:p>
          <a:p>
            <a:pPr indent="0" lvl="0" marL="0" rtl="0" algn="l">
              <a:spcBef>
                <a:spcPts val="0"/>
              </a:spcBef>
              <a:spcAft>
                <a:spcPts val="0"/>
              </a:spcAft>
              <a:buNone/>
            </a:pPr>
            <a:r>
              <a:rPr lang="en" sz="2400">
                <a:solidFill>
                  <a:srgbClr val="FFFFFF"/>
                </a:solidFill>
                <a:latin typeface="IBM Plex Sans"/>
                <a:ea typeface="IBM Plex Sans"/>
                <a:cs typeface="IBM Plex Sans"/>
                <a:sym typeface="IBM Plex Sans"/>
              </a:rPr>
              <a:t>(</a:t>
            </a:r>
            <a:r>
              <a:rPr b="1" lang="en" sz="2400">
                <a:solidFill>
                  <a:srgbClr val="FFFFFF"/>
                </a:solidFill>
                <a:latin typeface="IBM Plex Sans"/>
                <a:ea typeface="IBM Plex Sans"/>
                <a:cs typeface="IBM Plex Sans"/>
                <a:sym typeface="IBM Plex Sans"/>
              </a:rPr>
              <a:t>View &gt; Guides &gt; Show Guides</a:t>
            </a:r>
            <a:r>
              <a:rPr lang="en" sz="2400">
                <a:solidFill>
                  <a:srgbClr val="FFFFFF"/>
                </a:solidFill>
                <a:latin typeface="IBM Plex Sans"/>
                <a:ea typeface="IBM Plex Sans"/>
                <a:cs typeface="IBM Plex Sans"/>
                <a:sym typeface="IBM Plex Sans"/>
              </a:rPr>
              <a:t>)</a:t>
            </a:r>
            <a:endParaRPr sz="2400">
              <a:solidFill>
                <a:srgbClr val="FFFFFF"/>
              </a:solidFill>
              <a:latin typeface="IBM Plex Sans"/>
              <a:ea typeface="IBM Plex Sans"/>
              <a:cs typeface="IBM Plex Sans"/>
              <a:sym typeface="IBM Plex Sans"/>
            </a:endParaRPr>
          </a:p>
        </p:txBody>
      </p:sp>
      <p:sp>
        <p:nvSpPr>
          <p:cNvPr id="22" name="Google Shape;22;p2"/>
          <p:cNvSpPr txBox="1"/>
          <p:nvPr/>
        </p:nvSpPr>
        <p:spPr>
          <a:xfrm>
            <a:off x="457200" y="-2269201"/>
            <a:ext cx="4800600" cy="709500"/>
          </a:xfrm>
          <a:prstGeom prst="rect">
            <a:avLst/>
          </a:prstGeom>
          <a:solidFill>
            <a:srgbClr val="008BA9"/>
          </a:solidFill>
          <a:ln>
            <a:noFill/>
          </a:ln>
        </p:spPr>
        <p:txBody>
          <a:bodyPr anchorCtr="0" anchor="ctr" bIns="91425" lIns="360000" spcFirstLastPara="1" rIns="360000" wrap="square" tIns="91425">
            <a:noAutofit/>
          </a:bodyPr>
          <a:lstStyle/>
          <a:p>
            <a:pPr indent="0" lvl="0" marL="0" rtl="0" algn="l">
              <a:spcBef>
                <a:spcPts val="0"/>
              </a:spcBef>
              <a:spcAft>
                <a:spcPts val="0"/>
              </a:spcAft>
              <a:buNone/>
            </a:pPr>
            <a:r>
              <a:rPr b="1" lang="en" sz="3000">
                <a:solidFill>
                  <a:srgbClr val="FFFFFF"/>
                </a:solidFill>
                <a:latin typeface="IBM Plex Sans"/>
                <a:ea typeface="IBM Plex Sans"/>
                <a:cs typeface="IBM Plex Sans"/>
                <a:sym typeface="IBM Plex Sans"/>
              </a:rPr>
              <a:t>USING THE TEMPLATE</a:t>
            </a:r>
            <a:endParaRPr b="1" sz="3000">
              <a:solidFill>
                <a:srgbClr val="FFFFFF"/>
              </a:solidFill>
              <a:latin typeface="IBM Plex Sans"/>
              <a:ea typeface="IBM Plex Sans"/>
              <a:cs typeface="IBM Plex Sans"/>
              <a:sym typeface="IBM Plex Sans"/>
            </a:endParaRPr>
          </a:p>
        </p:txBody>
      </p:sp>
    </p:spTree>
  </p:cSld>
  <p:clrMapOvr>
    <a:masterClrMapping/>
  </p:clrMapOvr>
  <p:extLst>
    <p:ext uri="{DCECCB84-F9BA-43D5-87BE-67443E8EF086}">
      <p15:sldGuideLst>
        <p15:guide id="1" pos="288">
          <p15:clr>
            <a:srgbClr val="FA7B17"/>
          </p15:clr>
        </p15:guide>
        <p15:guide id="2" pos="6624">
          <p15:clr>
            <a:srgbClr val="FA7B17"/>
          </p15:clr>
        </p15:guide>
        <p15:guide id="3" orient="horz" pos="287">
          <p15:clr>
            <a:srgbClr val="FA7B17"/>
          </p15:clr>
        </p15:guide>
        <p15:guide id="4" orient="horz" pos="4320">
          <p15:clr>
            <a:srgbClr val="FA7B17"/>
          </p15:clr>
        </p15:guide>
        <p15:guide id="5" orient="horz" pos="1152">
          <p15:clr>
            <a:srgbClr val="FA7B17"/>
          </p15:clr>
        </p15:guide>
        <p15:guide id="6" orient="horz" pos="3746">
          <p15:clr>
            <a:srgbClr val="FA7B17"/>
          </p15:clr>
        </p15:guide>
        <p15:guide id="7" pos="5760">
          <p15:clr>
            <a:srgbClr val="FA7B17"/>
          </p15:clr>
        </p15:guide>
        <p15:guide id="8" pos="3600">
          <p15:clr>
            <a:srgbClr val="FA7B17"/>
          </p15:clr>
        </p15:guide>
        <p15:guide id="9" pos="3888">
          <p15:clr>
            <a:srgbClr val="FA7B17"/>
          </p15:clr>
        </p15:guide>
        <p15:guide id="10" orient="horz" pos="2880">
          <p15:clr>
            <a:srgbClr val="FA7B17"/>
          </p15:clr>
        </p15:guide>
        <p15:guide id="11" orient="horz" pos="1728">
          <p15:clr>
            <a:srgbClr val="FA7B17"/>
          </p15:clr>
        </p15:guide>
        <p15:guide id="12" orient="horz" pos="2304">
          <p15:clr>
            <a:srgbClr val="FA7B17"/>
          </p15:clr>
        </p15:guide>
        <p15:guide id="13" orient="horz" pos="2017">
          <p15:clr>
            <a:srgbClr val="FA7B17"/>
          </p15:clr>
        </p15:guide>
        <p15:guide id="14" orient="horz" pos="2591">
          <p15:clr>
            <a:srgbClr val="FA7B17"/>
          </p15:clr>
        </p15:guide>
        <p15:guide id="15" pos="3312">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ront">
  <p:cSld name="SECTION_HEADER_1">
    <p:spTree>
      <p:nvGrpSpPr>
        <p:cNvPr id="23" name="Shape 23"/>
        <p:cNvGrpSpPr/>
        <p:nvPr/>
      </p:nvGrpSpPr>
      <p:grpSpPr>
        <a:xfrm>
          <a:off x="0" y="0"/>
          <a:ext cx="0" cy="0"/>
          <a:chOff x="0" y="0"/>
          <a:chExt cx="0" cy="0"/>
        </a:xfrm>
      </p:grpSpPr>
      <p:sp>
        <p:nvSpPr>
          <p:cNvPr id="24" name="Google Shape;24;p3"/>
          <p:cNvSpPr txBox="1"/>
          <p:nvPr/>
        </p:nvSpPr>
        <p:spPr>
          <a:xfrm>
            <a:off x="-5362625" y="455950"/>
            <a:ext cx="5159400" cy="3689700"/>
          </a:xfrm>
          <a:prstGeom prst="rect">
            <a:avLst/>
          </a:prstGeom>
          <a:solidFill>
            <a:srgbClr val="7FBEC6"/>
          </a:solidFill>
          <a:ln>
            <a:noFill/>
          </a:ln>
        </p:spPr>
        <p:txBody>
          <a:bodyPr anchorCtr="0" anchor="t" bIns="91425" lIns="173725" spcFirstLastPara="1" rIns="173725" wrap="square" tIns="182875">
            <a:noAutofit/>
          </a:bodyPr>
          <a:lstStyle/>
          <a:p>
            <a:pPr indent="-381000" lvl="0" marL="457200" rtl="0" algn="l">
              <a:spcBef>
                <a:spcPts val="0"/>
              </a:spcBef>
              <a:spcAft>
                <a:spcPts val="0"/>
              </a:spcAft>
              <a:buClr>
                <a:srgbClr val="FFFFFF"/>
              </a:buClr>
              <a:buSzPts val="2400"/>
              <a:buFont typeface="IBM Plex Sans"/>
              <a:buAutoNum type="arabicPeriod"/>
            </a:pPr>
            <a:r>
              <a:rPr lang="en" sz="2400">
                <a:solidFill>
                  <a:srgbClr val="FFFFFF"/>
                </a:solidFill>
                <a:latin typeface="IBM Plex Sans"/>
                <a:ea typeface="IBM Plex Sans"/>
                <a:cs typeface="IBM Plex Sans"/>
                <a:sym typeface="IBM Plex Sans"/>
              </a:rPr>
              <a:t>Use an image that will print nicely on a 4”x 6” postcard printed at 300dpi, at least 1800x1200 pixels.</a:t>
            </a:r>
            <a:endParaRPr sz="2400">
              <a:solidFill>
                <a:srgbClr val="FFFFFF"/>
              </a:solidFill>
              <a:latin typeface="IBM Plex Sans"/>
              <a:ea typeface="IBM Plex Sans"/>
              <a:cs typeface="IBM Plex Sans"/>
              <a:sym typeface="IBM Plex Sans"/>
            </a:endParaRPr>
          </a:p>
          <a:p>
            <a:pPr indent="-381000" lvl="0" marL="457200" rtl="0" algn="l">
              <a:spcBef>
                <a:spcPts val="0"/>
              </a:spcBef>
              <a:spcAft>
                <a:spcPts val="0"/>
              </a:spcAft>
              <a:buClr>
                <a:srgbClr val="FFFFFF"/>
              </a:buClr>
              <a:buSzPts val="2400"/>
              <a:buFont typeface="IBM Plex Sans"/>
              <a:buAutoNum type="arabicPeriod"/>
            </a:pPr>
            <a:r>
              <a:rPr lang="en" sz="2400">
                <a:solidFill>
                  <a:srgbClr val="FFFFFF"/>
                </a:solidFill>
                <a:latin typeface="IBM Plex Sans"/>
                <a:ea typeface="IBM Plex Sans"/>
                <a:cs typeface="IBM Plex Sans"/>
                <a:sym typeface="IBM Plex Sans"/>
              </a:rPr>
              <a:t>Maintain the aspect ratio of the original image.</a:t>
            </a:r>
            <a:endParaRPr sz="2400">
              <a:solidFill>
                <a:srgbClr val="FFFFFF"/>
              </a:solidFill>
              <a:latin typeface="IBM Plex Sans"/>
              <a:ea typeface="IBM Plex Sans"/>
              <a:cs typeface="IBM Plex Sans"/>
              <a:sym typeface="IBM Plex Sans"/>
            </a:endParaRPr>
          </a:p>
          <a:p>
            <a:pPr indent="-381000" lvl="0" marL="457200" rtl="0" algn="l">
              <a:spcBef>
                <a:spcPts val="0"/>
              </a:spcBef>
              <a:spcAft>
                <a:spcPts val="0"/>
              </a:spcAft>
              <a:buClr>
                <a:srgbClr val="FFFFFF"/>
              </a:buClr>
              <a:buSzPts val="2400"/>
              <a:buFont typeface="IBM Plex Sans"/>
              <a:buAutoNum type="arabicPeriod"/>
            </a:pPr>
            <a:r>
              <a:rPr lang="en" sz="2400">
                <a:solidFill>
                  <a:srgbClr val="FFFFFF"/>
                </a:solidFill>
                <a:latin typeface="IBM Plex Sans"/>
                <a:ea typeface="IBM Plex Sans"/>
                <a:cs typeface="IBM Plex Sans"/>
                <a:sym typeface="IBM Plex Sans"/>
              </a:rPr>
              <a:t>Ensure you are the copyright holder of the image or are using it with expressed permission.</a:t>
            </a:r>
            <a:endParaRPr sz="2400">
              <a:solidFill>
                <a:srgbClr val="FFFFFF"/>
              </a:solidFill>
              <a:latin typeface="IBM Plex Sans"/>
              <a:ea typeface="IBM Plex Sans"/>
              <a:cs typeface="IBM Plex Sans"/>
              <a:sym typeface="IBM Plex Sans"/>
            </a:endParaRPr>
          </a:p>
        </p:txBody>
      </p:sp>
      <p:sp>
        <p:nvSpPr>
          <p:cNvPr id="25" name="Google Shape;25;p3"/>
          <p:cNvSpPr txBox="1"/>
          <p:nvPr/>
        </p:nvSpPr>
        <p:spPr>
          <a:xfrm>
            <a:off x="-5362600" y="-328450"/>
            <a:ext cx="5159400" cy="784200"/>
          </a:xfrm>
          <a:prstGeom prst="rect">
            <a:avLst/>
          </a:prstGeom>
          <a:solidFill>
            <a:srgbClr val="008BA9"/>
          </a:solidFill>
          <a:ln>
            <a:noFill/>
          </a:ln>
        </p:spPr>
        <p:txBody>
          <a:bodyPr anchorCtr="0" anchor="ctr" bIns="91425" lIns="360000" spcFirstLastPara="1" rIns="360000" wrap="square" tIns="91425">
            <a:noAutofit/>
          </a:bodyPr>
          <a:lstStyle/>
          <a:p>
            <a:pPr indent="0" lvl="0" marL="0" rtl="0" algn="l">
              <a:spcBef>
                <a:spcPts val="0"/>
              </a:spcBef>
              <a:spcAft>
                <a:spcPts val="0"/>
              </a:spcAft>
              <a:buNone/>
            </a:pPr>
            <a:r>
              <a:rPr b="1" lang="en" sz="3000">
                <a:solidFill>
                  <a:srgbClr val="FFFFFF"/>
                </a:solidFill>
                <a:latin typeface="IBM Plex Sans"/>
                <a:ea typeface="IBM Plex Sans"/>
                <a:cs typeface="IBM Plex Sans"/>
                <a:sym typeface="IBM Plex Sans"/>
              </a:rPr>
              <a:t>USING THE TEMPLATE</a:t>
            </a:r>
            <a:endParaRPr b="1" sz="3000">
              <a:solidFill>
                <a:srgbClr val="FFFFFF"/>
              </a:solidFill>
              <a:latin typeface="IBM Plex Sans"/>
              <a:ea typeface="IBM Plex Sans"/>
              <a:cs typeface="IBM Plex Sans"/>
              <a:sym typeface="IBM Plex Sans"/>
            </a:endParaRPr>
          </a:p>
        </p:txBody>
      </p:sp>
    </p:spTree>
  </p:cSld>
  <p:clrMapOvr>
    <a:masterClrMapping/>
  </p:clrMapOvr>
  <p:extLst>
    <p:ext uri="{DCECCB84-F9BA-43D5-87BE-67443E8EF086}">
      <p15:sldGuideLst>
        <p15:guide id="1" pos="288">
          <p15:clr>
            <a:srgbClr val="FA7B17"/>
          </p15:clr>
        </p15:guide>
        <p15:guide id="2" pos="6624">
          <p15:clr>
            <a:srgbClr val="FA7B17"/>
          </p15:clr>
        </p15:guide>
        <p15:guide id="3" orient="horz" pos="287">
          <p15:clr>
            <a:srgbClr val="FA7B17"/>
          </p15:clr>
        </p15:guide>
        <p15:guide id="4" orient="horz" pos="4320">
          <p15:clr>
            <a:srgbClr val="FA7B17"/>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10166949" y="6632131"/>
            <a:ext cx="658500" cy="559800"/>
          </a:xfrm>
          <a:prstGeom prst="rect">
            <a:avLst/>
          </a:prstGeom>
          <a:noFill/>
          <a:ln>
            <a:noFill/>
          </a:ln>
        </p:spPr>
        <p:txBody>
          <a:bodyPr anchorCtr="0" anchor="ctr" bIns="116475" lIns="116475" spcFirstLastPara="1" rIns="116475" wrap="square" tIns="116475">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4"/>
          <p:cNvSpPr txBox="1"/>
          <p:nvPr/>
        </p:nvSpPr>
        <p:spPr>
          <a:xfrm>
            <a:off x="770075" y="1443800"/>
            <a:ext cx="79203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5800">
                <a:solidFill>
                  <a:srgbClr val="008BA9"/>
                </a:solidFill>
                <a:latin typeface="Comfortaa"/>
                <a:ea typeface="Comfortaa"/>
                <a:cs typeface="Comfortaa"/>
                <a:sym typeface="Comfortaa"/>
              </a:rPr>
              <a:t>Eco</a:t>
            </a:r>
            <a:r>
              <a:rPr b="1" lang="en" sz="5800">
                <a:latin typeface="Comfortaa"/>
                <a:ea typeface="Comfortaa"/>
                <a:cs typeface="Comfortaa"/>
                <a:sym typeface="Comfortaa"/>
              </a:rPr>
              <a:t>Power Track</a:t>
            </a:r>
            <a:endParaRPr b="1" sz="5800">
              <a:latin typeface="Comfortaa"/>
              <a:ea typeface="Comfortaa"/>
              <a:cs typeface="Comfortaa"/>
              <a:sym typeface="Comfortaa"/>
            </a:endParaRPr>
          </a:p>
        </p:txBody>
      </p:sp>
      <p:sp>
        <p:nvSpPr>
          <p:cNvPr id="31" name="Google Shape;31;p4"/>
          <p:cNvSpPr txBox="1"/>
          <p:nvPr/>
        </p:nvSpPr>
        <p:spPr>
          <a:xfrm>
            <a:off x="3273775" y="5941325"/>
            <a:ext cx="7920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000">
              <a:latin typeface="Comfortaa"/>
              <a:ea typeface="Comfortaa"/>
              <a:cs typeface="Comfortaa"/>
              <a:sym typeface="Comfortaa"/>
            </a:endParaRPr>
          </a:p>
        </p:txBody>
      </p:sp>
      <p:pic>
        <p:nvPicPr>
          <p:cNvPr id="32" name="Google Shape;32;p4"/>
          <p:cNvPicPr preferRelativeResize="0"/>
          <p:nvPr/>
        </p:nvPicPr>
        <p:blipFill rotWithShape="1">
          <a:blip r:embed="rId3">
            <a:alphaModFix/>
          </a:blip>
          <a:srcRect b="27012" l="28332" r="31852" t="0"/>
          <a:stretch/>
        </p:blipFill>
        <p:spPr>
          <a:xfrm>
            <a:off x="2901325" y="2309600"/>
            <a:ext cx="6366424" cy="3631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5"/>
          <p:cNvSpPr txBox="1"/>
          <p:nvPr>
            <p:ph type="title"/>
          </p:nvPr>
        </p:nvSpPr>
        <p:spPr>
          <a:xfrm>
            <a:off x="457200" y="2387000"/>
            <a:ext cx="4800600" cy="3561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300">
                <a:solidFill>
                  <a:schemeClr val="dk1"/>
                </a:solidFill>
              </a:rPr>
              <a:t>EcoPower Track: Sustainable Room Energy Monitoring Project (2023)</a:t>
            </a:r>
            <a:endParaRPr sz="1300">
              <a:solidFill>
                <a:schemeClr val="dk1"/>
              </a:solidFill>
            </a:endParaRPr>
          </a:p>
          <a:p>
            <a:pPr indent="0" lvl="0" marL="0" rtl="0" algn="l">
              <a:spcBef>
                <a:spcPts val="0"/>
              </a:spcBef>
              <a:spcAft>
                <a:spcPts val="0"/>
              </a:spcAft>
              <a:buNone/>
            </a:pPr>
            <a:r>
              <a:t/>
            </a:r>
            <a:endParaRPr/>
          </a:p>
        </p:txBody>
      </p:sp>
      <p:sp>
        <p:nvSpPr>
          <p:cNvPr id="38" name="Google Shape;38;p5"/>
          <p:cNvSpPr txBox="1"/>
          <p:nvPr>
            <p:ph idx="1" type="subTitle"/>
          </p:nvPr>
        </p:nvSpPr>
        <p:spPr>
          <a:xfrm>
            <a:off x="457200" y="5485500"/>
            <a:ext cx="4800600" cy="45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latin typeface="IBM Plex Sans"/>
                <a:ea typeface="IBM Plex Sans"/>
                <a:cs typeface="IBM Plex Sans"/>
                <a:sym typeface="IBM Plex Sans"/>
              </a:rPr>
              <a:t>Ruxandra Burian, Zichen Jing (Nancy), Jiwoo Lee, Afra Alhammadi, Renata Espinosa</a:t>
            </a:r>
            <a:endParaRPr>
              <a:solidFill>
                <a:schemeClr val="dk1"/>
              </a:solidFill>
            </a:endParaRPr>
          </a:p>
          <a:p>
            <a:pPr indent="0" lvl="0" marL="0" rtl="0" algn="l">
              <a:spcBef>
                <a:spcPts val="0"/>
              </a:spcBef>
              <a:spcAft>
                <a:spcPts val="0"/>
              </a:spcAft>
              <a:buNone/>
            </a:pPr>
            <a:r>
              <a:rPr lang="en">
                <a:solidFill>
                  <a:schemeClr val="dk1"/>
                </a:solidFill>
              </a:rPr>
              <a:t>Front Image credit: Ruxandra Burian</a:t>
            </a:r>
            <a:endParaRPr/>
          </a:p>
        </p:txBody>
      </p:sp>
      <p:sp>
        <p:nvSpPr>
          <p:cNvPr id="39" name="Google Shape;39;p5"/>
          <p:cNvSpPr txBox="1"/>
          <p:nvPr>
            <p:ph idx="2" type="body"/>
          </p:nvPr>
        </p:nvSpPr>
        <p:spPr>
          <a:xfrm>
            <a:off x="457200" y="2740200"/>
            <a:ext cx="4886400" cy="2745300"/>
          </a:xfrm>
          <a:prstGeom prst="rect">
            <a:avLst/>
          </a:prstGeom>
        </p:spPr>
        <p:txBody>
          <a:bodyPr anchorCtr="0" anchor="t" bIns="0" lIns="0" spcFirstLastPara="1" rIns="0" wrap="square" tIns="0">
            <a:noAutofit/>
          </a:bodyPr>
          <a:lstStyle/>
          <a:p>
            <a:pPr indent="0" lvl="0" marL="0" rtl="0" algn="just">
              <a:lnSpc>
                <a:spcPct val="100000"/>
              </a:lnSpc>
              <a:spcBef>
                <a:spcPts val="0"/>
              </a:spcBef>
              <a:spcAft>
                <a:spcPts val="0"/>
              </a:spcAft>
              <a:buClr>
                <a:schemeClr val="dk1"/>
              </a:buClr>
              <a:buSzPts val="1100"/>
              <a:buFont typeface="Arial"/>
              <a:buNone/>
            </a:pPr>
            <a:r>
              <a:rPr lang="en">
                <a:solidFill>
                  <a:schemeClr val="dk2"/>
                </a:solidFill>
                <a:latin typeface="IBM Plex Sans Medium"/>
                <a:ea typeface="IBM Plex Sans Medium"/>
                <a:cs typeface="IBM Plex Sans Medium"/>
                <a:sym typeface="IBM Plex Sans Medium"/>
              </a:rPr>
              <a:t>The Ecotracker is designed to determine and keep track of the energy usage of air conditioners and lights in dorm rooms. It aims to promote responsible energy consumption among students and prepare them for future living situations.  The Ecotracker uses different sensors to monitor the dorm room conditions, such as light, temperature, and humidity sensors. </a:t>
            </a:r>
            <a:endParaRPr>
              <a:solidFill>
                <a:schemeClr val="dk2"/>
              </a:solidFill>
              <a:latin typeface="IBM Plex Sans Medium"/>
              <a:ea typeface="IBM Plex Sans Medium"/>
              <a:cs typeface="IBM Plex Sans Medium"/>
              <a:sym typeface="IBM Plex Sans Medium"/>
            </a:endParaRPr>
          </a:p>
          <a:p>
            <a:pPr indent="0" lvl="0" marL="0" rtl="0" algn="just">
              <a:lnSpc>
                <a:spcPct val="100000"/>
              </a:lnSpc>
              <a:spcBef>
                <a:spcPts val="1200"/>
              </a:spcBef>
              <a:spcAft>
                <a:spcPts val="0"/>
              </a:spcAft>
              <a:buNone/>
            </a:pPr>
            <a:r>
              <a:rPr lang="en">
                <a:solidFill>
                  <a:schemeClr val="dk2"/>
                </a:solidFill>
                <a:latin typeface="IBM Plex Sans Medium"/>
                <a:ea typeface="IBM Plex Sans Medium"/>
                <a:cs typeface="IBM Plex Sans Medium"/>
                <a:sym typeface="IBM Plex Sans Medium"/>
              </a:rPr>
              <a:t>The Ecotracker is a device that will help students be aware of their energy consumption in their daily life. A platform will be </a:t>
            </a:r>
            <a:r>
              <a:rPr lang="en">
                <a:solidFill>
                  <a:schemeClr val="dk2"/>
                </a:solidFill>
                <a:latin typeface="IBM Plex Sans Medium"/>
                <a:ea typeface="IBM Plex Sans Medium"/>
                <a:cs typeface="IBM Plex Sans Medium"/>
                <a:sym typeface="IBM Plex Sans Medium"/>
              </a:rPr>
              <a:t>connected</a:t>
            </a:r>
            <a:r>
              <a:rPr lang="en">
                <a:solidFill>
                  <a:schemeClr val="dk2"/>
                </a:solidFill>
                <a:latin typeface="IBM Plex Sans Medium"/>
                <a:ea typeface="IBM Plex Sans Medium"/>
                <a:cs typeface="IBM Plex Sans Medium"/>
                <a:sym typeface="IBM Plex Sans Medium"/>
              </a:rPr>
              <a:t> to the device to send messages to student about their consumption and a bill to make them aware of it. With the Ecotracker by your side you’ll gain a newfound of your energy consumption and contribute to more </a:t>
            </a:r>
            <a:r>
              <a:rPr lang="en">
                <a:solidFill>
                  <a:schemeClr val="dk2"/>
                </a:solidFill>
                <a:latin typeface="IBM Plex Sans Medium"/>
                <a:ea typeface="IBM Plex Sans Medium"/>
                <a:cs typeface="IBM Plex Sans Medium"/>
                <a:sym typeface="IBM Plex Sans Medium"/>
              </a:rPr>
              <a:t>sustainable</a:t>
            </a:r>
            <a:r>
              <a:rPr lang="en">
                <a:solidFill>
                  <a:schemeClr val="dk2"/>
                </a:solidFill>
                <a:latin typeface="IBM Plex Sans Medium"/>
                <a:ea typeface="IBM Plex Sans Medium"/>
                <a:cs typeface="IBM Plex Sans Medium"/>
                <a:sym typeface="IBM Plex Sans Medium"/>
              </a:rPr>
              <a:t> future.</a:t>
            </a:r>
            <a:endParaRPr>
              <a:solidFill>
                <a:schemeClr val="dk2"/>
              </a:solidFill>
              <a:latin typeface="IBM Plex Sans Medium"/>
              <a:ea typeface="IBM Plex Sans Medium"/>
              <a:cs typeface="IBM Plex Sans Medium"/>
              <a:sym typeface="IBM Plex Sans Medium"/>
            </a:endParaRPr>
          </a:p>
          <a:p>
            <a:pPr indent="0" lvl="0" marL="0" rtl="0" algn="just">
              <a:lnSpc>
                <a:spcPct val="100000"/>
              </a:lnSpc>
              <a:spcBef>
                <a:spcPts val="1200"/>
              </a:spcBef>
              <a:spcAft>
                <a:spcPts val="1200"/>
              </a:spcAft>
              <a:buClr>
                <a:schemeClr val="dk1"/>
              </a:buClr>
              <a:buSzPts val="1100"/>
              <a:buFont typeface="Arial"/>
              <a:buNone/>
            </a:pPr>
            <a:r>
              <a:t/>
            </a:r>
            <a:endParaRPr>
              <a:solidFill>
                <a:schemeClr val="dk2"/>
              </a:solidFill>
              <a:latin typeface="IBM Plex Sans Medium"/>
              <a:ea typeface="IBM Plex Sans Medium"/>
              <a:cs typeface="IBM Plex Sans Medium"/>
              <a:sym typeface="IBM Plex Sans Mediu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stcard (4&quot; x 6&quot;, 200%)">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