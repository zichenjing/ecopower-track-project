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Caveat"/>
      <p:regular r:id="rId18"/>
      <p:bold r:id="rId19"/>
    </p:embeddedFont>
    <p:embeddedFont>
      <p:font typeface="Caveat SemiBo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veat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aveat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aveat-bold.fntdata"/><Relationship Id="rId6" Type="http://schemas.openxmlformats.org/officeDocument/2006/relationships/slide" Target="slides/slide1.xml"/><Relationship Id="rId18" Type="http://schemas.openxmlformats.org/officeDocument/2006/relationships/font" Target="fonts/Cave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4cdd74eb8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4cdd74eb8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4cdd74eb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4cdd74eb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4cdd74eb8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4cdd74eb8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4cdd74eb8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4cdd74eb8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4ce5fe7d3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4ce5fe7d3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4ce5fe7d3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4ce5fe7d3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4ce5fe7d3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4ce5fe7d3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4ce5fe7d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4ce5fe7d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ce5fe7d3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ce5fe7d3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cdd74eb8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cdd74eb8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4b92df7a0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4b92df7a0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0" cy="605074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214225" y="5276175"/>
            <a:ext cx="65631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610">
                <a:solidFill>
                  <a:schemeClr val="lt1"/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by Ruxandra Burian, Zichen Jing (Nancy), Jiwoo Lee, Afra Alhammadi, Renata Espinosa</a:t>
            </a:r>
            <a:endParaRPr sz="1610">
              <a:solidFill>
                <a:schemeClr val="lt1"/>
              </a:solidFill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 amt="72000"/>
          </a:blip>
          <a:stretch>
            <a:fillRect/>
          </a:stretch>
        </p:blipFill>
        <p:spPr>
          <a:xfrm>
            <a:off x="638150" y="968548"/>
            <a:ext cx="7715252" cy="335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type="ctrTitle"/>
          </p:nvPr>
        </p:nvSpPr>
        <p:spPr>
          <a:xfrm>
            <a:off x="1116427" y="1589800"/>
            <a:ext cx="67587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800">
                <a:latin typeface="Caveat"/>
                <a:ea typeface="Caveat"/>
                <a:cs typeface="Caveat"/>
                <a:sym typeface="Caveat"/>
              </a:rPr>
              <a:t>EcoTrack</a:t>
            </a:r>
            <a:endParaRPr b="1" sz="6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Caveat"/>
                <a:ea typeface="Caveat"/>
                <a:cs typeface="Caveat"/>
                <a:sym typeface="Caveat"/>
              </a:rPr>
              <a:t>Sustainable Room Energy Monitoring Project</a:t>
            </a:r>
            <a:endParaRPr b="1" sz="33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964050" y="3000400"/>
            <a:ext cx="72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veat"/>
                <a:ea typeface="Caveat"/>
                <a:cs typeface="Caveat"/>
                <a:sym typeface="Caveat"/>
              </a:rPr>
              <a:t>By Ruxandra Burian, Zichen Jing (Nancy), Jiwoo Lee, Afra Alhammadi, Renata Espinosa</a:t>
            </a:r>
            <a:endParaRPr sz="18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Structure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→ detect humidity, temperature, accelerometer → data logged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Case 1: Window open/close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Humidity increase beyond threshold → data recorded → LED red light &amp; notification to phone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Case 2: Thermostat on/off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Temperature starts to decrease and plateau → data recorded for the duration → LED red light &amp; notification to phone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Case 3: Light on/off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Accelerometer detects movement in switch (switch 1 and 2) → data recorded for the duration → LED red light &amp; notification to phone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Walkthrough</a:t>
            </a:r>
            <a:endParaRPr sz="3020"/>
          </a:p>
        </p:txBody>
      </p:sp>
      <p:sp>
        <p:nvSpPr>
          <p:cNvPr id="70" name="Google Shape;70;p15"/>
          <p:cNvSpPr txBox="1"/>
          <p:nvPr/>
        </p:nvSpPr>
        <p:spPr>
          <a:xfrm>
            <a:off x="428625" y="1171575"/>
            <a:ext cx="3924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Project detects room conditions using sensors. This happens continuously even before user prompts.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User wishes to track their energy usage/habitability of room.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The system provides data by uploading information to a website accessible to the user’s phone.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When the set environmental conditions of the room have not been met for a determined period of time, the LED of the object will turn red.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187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 (libraries &amp; object creation</a:t>
            </a:r>
            <a:r>
              <a:rPr lang="en"/>
              <a:t>)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75987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Include M5stickC library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Include wire library for I2C communication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Include Adafruit sensor library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Include Adafruit BME280 library for temperature and humidity sensor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Include Adafruit LSM6DS3Sensor library for accelerometer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Declare global variable of BME280 sensor address (0x__)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Create BME280 object for temperature and humidity sensor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Create LSM6DS3Sensor object for accelerometer</a:t>
            </a:r>
            <a:endParaRPr/>
          </a:p>
        </p:txBody>
      </p:sp>
      <p:sp>
        <p:nvSpPr>
          <p:cNvPr id="78" name="Google Shape;78;p16"/>
          <p:cNvSpPr txBox="1"/>
          <p:nvPr>
            <p:ph idx="2" type="body"/>
          </p:nvPr>
        </p:nvSpPr>
        <p:spPr>
          <a:xfrm>
            <a:off x="46995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 used: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BME280 - Humidity, Temperature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LSM6DS3 - Accelerometer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287075"/>
            <a:ext cx="3999900" cy="4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Declare </a:t>
            </a:r>
            <a:r>
              <a:rPr b="1" lang="en" sz="1100">
                <a:solidFill>
                  <a:schemeClr val="dk1"/>
                </a:solidFill>
              </a:rPr>
              <a:t>void function SETUP</a:t>
            </a:r>
            <a:r>
              <a:rPr lang="en" sz="1100">
                <a:solidFill>
                  <a:schemeClr val="dk1"/>
                </a:solidFill>
              </a:rPr>
              <a:t> to initialize I2C communication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Start serial communication between board and device with corresponding baud rate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Initialize M5StickC through M5.begin()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Initialize I2C communication through Wire.begin()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Set up LED strip through FastLED.addLeds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Set LED brightness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If BME does not begin in BME280_ADDRESS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Print “Could not find a valid BME280 sensor, check wiring”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Repeat while true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If accel does not begin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Print “Could not find a valid LSM6DS3 Sensor, check wiring”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Repeat while true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Setter function to set appropriate accelerometer range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718100" y="210950"/>
            <a:ext cx="4311600" cy="46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In </a:t>
            </a:r>
            <a:r>
              <a:rPr b="1" lang="en" sz="870">
                <a:solidFill>
                  <a:schemeClr val="dk1"/>
                </a:solidFill>
              </a:rPr>
              <a:t>void function LOOP </a:t>
            </a:r>
            <a:endParaRPr b="1"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Set LED color (array 0 to green)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Show LED color</a:t>
            </a:r>
            <a:endParaRPr sz="87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Declare sensors_event_t object </a:t>
            </a:r>
            <a:r>
              <a:rPr i="1" lang="en" sz="870">
                <a:solidFill>
                  <a:schemeClr val="dk1"/>
                </a:solidFill>
              </a:rPr>
              <a:t>event</a:t>
            </a:r>
            <a:r>
              <a:rPr lang="en" sz="870">
                <a:solidFill>
                  <a:schemeClr val="dk1"/>
                </a:solidFill>
              </a:rPr>
              <a:t>, read sensor event from sensors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Declare float variable TEMP, set to function bme.readTemperature()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Declare float variable HUMD, set to function bme.readHumidity()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Read temperature and humidity from BME280 sensor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Get acceleration data from accelerometer event by reference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Declare float variable ACCx and set to function event.acceleration.x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Declare float variable ACCy and set to function event.acceleration.y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Declare float variable ACCz and set to function event.acceleration.z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Declare bool variable LIGHT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If ACCx, ACCy, and ACCz in ‘light switch on’ condition,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	Assign true to LIGHT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Else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	Assign false to LIGHT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If LIGHT is true, TEMP is below condition, HUMD is above condition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	Set LED color to red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	Show LED color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Print temperature data to the serial port as human-readable ASCII text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Print humidity data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Print state of LIGHT</a:t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70">
                <a:solidFill>
                  <a:schemeClr val="dk1"/>
                </a:solidFill>
              </a:rPr>
              <a:t>	Delay of 1 second between sensor readings</a:t>
            </a:r>
            <a:endParaRPr sz="1070"/>
          </a:p>
        </p:txBody>
      </p:sp>
      <p:cxnSp>
        <p:nvCxnSpPr>
          <p:cNvPr id="85" name="Google Shape;85;p17"/>
          <p:cNvCxnSpPr/>
          <p:nvPr/>
        </p:nvCxnSpPr>
        <p:spPr>
          <a:xfrm>
            <a:off x="4525850" y="26100"/>
            <a:ext cx="46200" cy="52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524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Datasheets used for circuit design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288" y="1276675"/>
            <a:ext cx="5076825" cy="36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3333750" y="823275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BME280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524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Datasheets used for circuit design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696125" y="1079100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MPU-6500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350" y="921150"/>
            <a:ext cx="4226512" cy="40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200025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Datasheets used for circuit design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200025" y="1077750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LED WS2812C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0" t="37079"/>
          <a:stretch/>
        </p:blipFill>
        <p:spPr>
          <a:xfrm>
            <a:off x="543363" y="1785625"/>
            <a:ext cx="77386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311675"/>
            <a:ext cx="85206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Circuit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25" y="1352675"/>
            <a:ext cx="5599977" cy="3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1675" y="2219325"/>
            <a:ext cx="310752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168825" y="1019175"/>
            <a:ext cx="18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BME280</a:t>
            </a:r>
            <a:endParaRPr/>
          </a:p>
        </p:txBody>
      </p:sp>
      <p:sp>
        <p:nvSpPr>
          <p:cNvPr id="115" name="Google Shape;115;p21"/>
          <p:cNvSpPr txBox="1"/>
          <p:nvPr/>
        </p:nvSpPr>
        <p:spPr>
          <a:xfrm>
            <a:off x="5911675" y="1819125"/>
            <a:ext cx="18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LED </a:t>
            </a:r>
            <a:r>
              <a:rPr lang="en">
                <a:solidFill>
                  <a:schemeClr val="dk1"/>
                </a:solidFill>
              </a:rPr>
              <a:t>WS2812C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311675"/>
            <a:ext cx="85206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Circuit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121" name="Google Shape;121;p22"/>
          <p:cNvSpPr txBox="1"/>
          <p:nvPr/>
        </p:nvSpPr>
        <p:spPr>
          <a:xfrm>
            <a:off x="168825" y="1019175"/>
            <a:ext cx="18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M5 Stamp (undone)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4471725" y="1019175"/>
            <a:ext cx="18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MPU-6500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25" y="1419375"/>
            <a:ext cx="4217167" cy="34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2" y="1419375"/>
            <a:ext cx="4046073" cy="287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to be done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‘reasonable range’ of humidity and temperature (conditions for LED light to turn red/green)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Detect when temperature decreases (&amp; plateaus) - record time duration of AC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Process raw data of temperature → Power used → Price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Connect to website to log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 access to this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137700" y="674000"/>
            <a:ext cx="646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We are looking forward to your feedback!</a:t>
            </a:r>
            <a:endParaRPr b="1" sz="85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39629">
            <a:off x="6287549" y="248477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